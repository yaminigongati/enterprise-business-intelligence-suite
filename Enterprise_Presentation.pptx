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ENTERPRISE BUSINESS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INTELLIGENCE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8CDCDE"/>
                </a:solidFill>
                <a:latin typeface="Aptos"/>
              </a:defRPr>
            </a:pPr>
            <a:r>
              <a:t>SQL Server + Power BI | Sales Analytics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AdventureWorksDW2025 sample data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663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Prepared by Yamini Gongati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Nexvia Technologies — Data Analytics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Turning sales data into interactive business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2860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5409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Sales records can be difficult to interpret across products, dates, channels and geographies.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2860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5409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Use SQL Server to explore and aggregate data, then present selected measures in Power BI.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2860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INTENDED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95728"/>
            <a:ext cx="305409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Make sales performance easier to explore and compare with an interactive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Focus on practical analysis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73443"/>
                </a:solidFill>
                <a:latin typeface="Aptos"/>
              </a:defRPr>
            </a:pPr>
            <a:r>
              <a:t>•  Explore AdventureWorksDW2025 sales-related data using SQL.</a:t>
            </a:r>
          </a:p>
          <a:p>
            <a:pPr>
              <a:spcAft>
                <a:spcPts val="1400"/>
              </a:spcAft>
              <a:defRPr sz="2000">
                <a:solidFill>
                  <a:srgbClr val="273443"/>
                </a:solidFill>
                <a:latin typeface="Aptos"/>
              </a:defRPr>
            </a:pPr>
            <a:r>
              <a:t>•  Analyze sales performance by time, product, channel and geography.</a:t>
            </a:r>
          </a:p>
          <a:p>
            <a:pPr>
              <a:spcAft>
                <a:spcPts val="1400"/>
              </a:spcAft>
              <a:defRPr sz="2000">
                <a:solidFill>
                  <a:srgbClr val="273443"/>
                </a:solidFill>
                <a:latin typeface="Aptos"/>
              </a:defRPr>
            </a:pPr>
            <a:r>
              <a:t>•  Present selected measures through KPI cards and interactive slicers.</a:t>
            </a:r>
          </a:p>
          <a:p>
            <a:pPr>
              <a:spcAft>
                <a:spcPts val="1400"/>
              </a:spcAft>
              <a:defRPr sz="2000">
                <a:solidFill>
                  <a:srgbClr val="273443"/>
                </a:solidFill>
                <a:latin typeface="Aptos"/>
              </a:defRPr>
            </a:pPr>
            <a:r>
              <a:t>•  Document the data workflow, setup steps, limitations and validation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Data 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Local SQL Server to Power BI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05740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42316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01 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52928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AdventureWorksDW2025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834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8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286000"/>
            <a:ext cx="205740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242316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02  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852928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Queries &amp;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7" y="2834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8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286000"/>
            <a:ext cx="205740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1" y="242316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03 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852928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Selected fields &amp;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834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8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286000"/>
            <a:ext cx="205740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42316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04 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852928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KPIs, slicers &amp;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7" y="2834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8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286000"/>
            <a:ext cx="205740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94392" y="242316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852928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Insights &amp;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E7D"/>
                </a:solidFill>
                <a:latin typeface="Aptos"/>
              </a:defRPr>
            </a:pPr>
            <a:r>
              <a:t>Cloud deployment, automated refresh and row-level security are not assumed unless separately implemented and tested.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Exploration, business queries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DATA PROFILING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54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Inspect database objects, sales tables and columns.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BUSINESS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54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Aggregate sales across time, products, customers and geography.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95728"/>
            <a:ext cx="3054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Check keys, date ranges, duplicates and reconciliation.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73443"/>
                </a:solidFill>
                <a:latin typeface="Aptos"/>
              </a:defRPr>
            </a:pPr>
            <a:r>
              <a:t>Run scripts in the intended AdventureWorksDW2025 database. Review any script that creates or alters objects before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KPI values depend on the selected filters and measure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Sales amount in current report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965960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Quantity in current report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Total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95728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Cost measure for selected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74720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Sales 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04487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Sales-line count in current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33756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474720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904487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Use the measure's documented formula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337560"/>
            <a:ext cx="342900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5632" y="3474720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Product-Cost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904487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Sales less the configured product-cost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E7D"/>
                </a:solidFill>
                <a:latin typeface="Aptos"/>
              </a:defRPr>
            </a:pPr>
            <a:r>
              <a:t>Do not copy figures from an older screenshot into the presentation. Insert or capture values only after the PBIX, insight panel and SQL comparison have been reconciled.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Report Interactions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Current report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Six KPI cards: sales, quantity, cost, sales lines, profit margin and product-cost-based profit.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Five slicers for interactive filtering.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Monthly sales trend.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Sales by channel and country.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Top 10 products by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Measure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Compare like with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Compare SQL and Power BI only when data scope, filters, aggregation level and formulas match.</a:t>
            </a:r>
          </a:p>
          <a:p>
            <a:pPr>
              <a:spcAft>
                <a:spcPts val="14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Profit margin depends on the specific numerator and denominator used by the DAX measure.</a:t>
            </a:r>
          </a:p>
          <a:p>
            <a:pPr>
              <a:spcAft>
                <a:spcPts val="14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Country results should use the correct geography relationship and avoid row multiplication in joins.</a:t>
            </a:r>
          </a:p>
          <a:p>
            <a:pPr>
              <a:spcAft>
                <a:spcPts val="1400"/>
              </a:spcAft>
              <a:defRPr sz="1800">
                <a:solidFill>
                  <a:srgbClr val="273443"/>
                </a:solidFill>
                <a:latin typeface="Aptos"/>
              </a:defRPr>
            </a:pPr>
            <a:r>
              <a:t>•  Month labels should sort by a numeric month or year-month key, not alphabetically.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Record actual results, not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SQL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305409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Run relevant queries and record errors or successful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REPORT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305409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Check visuals, slicers, sorting, labels and refresh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38328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205740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RECONCILIATION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487168"/>
            <a:ext cx="305409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Compare matched totals with identical scope and formulas.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The test workbook should remain Not Run until each check is executed. Record actual output, date and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Scope and 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310896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4700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304E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700016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Sample data warehouse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Results depend on filters and formulas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Local desktop workflow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Final results require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3108960"/>
          </a:xfrm>
          <a:prstGeom prst="roundRect">
            <a:avLst/>
          </a:prstGeom>
          <a:solidFill>
            <a:srgbClr val="EFF5F9"/>
          </a:solidFill>
          <a:ln>
            <a:solidFill>
              <a:srgbClr val="DB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965960"/>
            <a:ext cx="4700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08A"/>
                </a:solidFill>
                <a:latin typeface="Aptos"/>
              </a:defRPr>
            </a:pPr>
            <a:r>
              <a:t>POSSIBLE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95728"/>
            <a:ext cx="4700016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Power BI Service deployment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Scheduled refresh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Row-level security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Performance optimization</a:t>
            </a:r>
          </a:p>
          <a:p>
            <a:pPr>
              <a:spcAft>
                <a:spcPts val="500"/>
              </a:spcAft>
              <a:defRPr sz="1200" b="0">
                <a:solidFill>
                  <a:srgbClr val="273443"/>
                </a:solidFill>
                <a:latin typeface="Aptos"/>
              </a:defRPr>
            </a:pPr>
            <a:r>
              <a:t>• Additional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304E"/>
                </a:solidFill>
                <a:latin typeface="Aptos"/>
              </a:defRPr>
            </a:pPr>
            <a:r>
              <a:t>Project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t>Files available for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SQL scripts for analysis and validation.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Power BI report and dashboard screenshot.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Architecture presentation and project presentation.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Project documentation and test-results workbook.</a:t>
            </a:r>
          </a:p>
          <a:p>
            <a:pPr>
              <a:spcAft>
                <a:spcPts val="1400"/>
              </a:spcAft>
              <a:defRPr sz="1900">
                <a:solidFill>
                  <a:srgbClr val="273443"/>
                </a:solidFill>
                <a:latin typeface="Aptos"/>
              </a:defRPr>
            </a:pPr>
            <a:r>
              <a:t>•  Demonstration recording (replace the short clip with a meaningful walkthrough).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8CDCDE"/>
                </a:solidFill>
                <a:latin typeface="Aptos"/>
              </a:defRPr>
            </a:pPr>
            <a:r>
              <a:t>Enterprise Business Intelligence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SQL Server • Power BI • Sales Analytics •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Yamini Gongati | Nexvia Technologies Data Analytics Internship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679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gongati</cp:lastModifiedBy>
  <cp:revision>1</cp:revision>
  <dcterms:created xsi:type="dcterms:W3CDTF">2013-01-27T09:14:16Z</dcterms:created>
  <dcterms:modified xsi:type="dcterms:W3CDTF">2026-10-27T15:58:16Z</dcterms:modified>
  <cp:category/>
</cp:coreProperties>
</file>